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notesSlides/notesSlide1.xml" Type="http://schemas.openxmlformats.org/officeDocument/2006/relationships/notesSlide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16" Target="notesSlides/notesSlide4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深入了解JavaWeb中的Request对象。首先，什么是Request对象呢？简单来说，它就是对客户端HTTP请求的一个封装。服务器收到浏览器发来的请求后，会把请求里的所有信息，比如请求的地址、浏览器类型、提交的表单数据等等，都打包成一个Request对象。我们开发者通过操作这个对象，就能轻松获取到客户端发送过来的所有信息。它的核心作用主要有三个：封装数据、作为域对象共享数据，以及实现请求转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Request对象的概念，我们再来看看它的生命周期。Request对象的生命周期非常短暂，可以说是“单次的旅程”。从客户端请求到达服务器开始，服务器创建它；在处理这次请求的过程中，它有效；一旦服务器完成响应，它就被销毁了。一个非常重要的特点是，每个请求都会有一个独立的Request对象，它们之间是完全隔离的，这保证了数据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看Request对象的核心功能。首先是如何获取它封装的数据。最常用的就是获取请求参数，也就是用户通过表单提交的数据。我们可以使用getParameter方法来获取单个值，或者用getParameterValues来获取复选框这类有多个值的参数。此外，我们还可以通过getHeader方法获取请求头信息，比如客户端用的是什么浏览器，请求是从哪个页面来的等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获取数据，Request对象还扮演着协作和共享的角色。通过请求转发，我们可以让服务器内部的多个组件协同处理一个请求，比如一个Servlet处理完数据后，转发给一个JSP页面来展示。在这个过程中，Request对象还可以作为数据中转站，通过setAttribute和getAttribute方法，在不同组件之间传递数据。这使得Web应用的分层和解耦成为可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notesSlides/notesSlide4.xml" Type="http://schemas.openxmlformats.org/officeDocument/2006/relationships/notesSlide"/><Relationship Id="rId8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Request对象：概念与作用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034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60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Request对象是对客户端HTTP请求的封装，将请求行、头、参数等信息打包成Java对象。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29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3302000" cy="381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78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封装请求数据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572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获取请求方法、URL、头、参数。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3429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3429000"/>
            <a:ext cx="3302000" cy="381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3810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143500" y="378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作为域对象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4572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在请求生命周期内共享数据。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3429000"/>
            <a:ext cx="3302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3429000"/>
            <a:ext cx="3302000" cy="381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3810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826500" y="378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实现请求转发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4572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服务器内部资源协同处理。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Request对象：生命周期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41500"/>
            <a:ext cx="2476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· 起点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6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客户端HTTP请求到达时由服务器创建。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1841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1841500"/>
            <a:ext cx="2476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作用 · 存续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266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仅在处理本次请求期间有效。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8FAFC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1841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890000" y="1841500"/>
            <a:ext cx="2476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销毁 · 终点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266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服务器响应完成后被销毁。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318000"/>
            <a:ext cx="10795000" cy="1905000"/>
          </a:xfrm>
          <a:prstGeom prst="roundRect">
            <a:avLst>
              <a:gd name="adj" fmla="val 0"/>
            </a:avLst>
          </a:prstGeom>
          <a:solidFill>
            <a:srgbClr val="1E293B">
              <a:alpha val="82000"/>
            </a:srgbClr>
          </a:solidFill>
          <a:ln w="12700" cmpd="sng" cap="flat">
            <a:solidFill>
              <a:srgbClr val="06B6D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651000" y="4572000"/>
            <a:ext cx="965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核心原则：一次请求，一个独立的 Request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244" flipH="false" flipV="false">
            <a:off x="1016004" y="5137150"/>
            <a:ext cx="1028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1016000" y="5270500"/>
            <a:ext cx="1028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HTTP协议的无状态性决定了每个请求相互隔离。服务器不会复用Request对象，确保了请求数据的物理隔离，避免了数据交叉污染，保障了Web应用并发处理的安全性。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核心功能(一)：获取封装的数据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207000" cy="381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14500"/>
            <a:ext cx="482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获取请求参数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540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true" i="false" strike="noStrike" u="none" sz="18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getParameter(String name)</a:t>
            </a:r>
            <a:r>
              <a:rPr lang="en-US" b="true" i="false" strike="noStrike" u="none" sz="18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true" i="false" strike="noStrike" u="none" sz="18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getParameterValues(String name)</a:t>
            </a:r>
            <a:r>
              <a:rPr lang="en-US" b="true" i="false" strike="noStrike" u="none" sz="18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66666"/>
              </a:lnSpc>
            </a:pPr>
            <a:r>
              <a:rPr lang="en-US" b="true" i="false" strike="noStrike" u="none" sz="18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getParameterMap()</a:t>
            </a:r>
          </a:p>
        </p:txBody>
      </p:sp>
      <p:cxnSp>
        <p:nvCxnSpPr>
          <p:cNvPr name="Connector 8" id="8"/>
          <p:cNvCxnSpPr/>
          <p:nvPr/>
        </p:nvCxnSpPr>
        <p:spPr>
          <a:xfrm rot="5390450" flipH="false" flipV="false">
            <a:off x="38100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B6D4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524000"/>
            <a:ext cx="5207000" cy="381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1714500"/>
            <a:ext cx="482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获取请求头信息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2540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getHeader(String name)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常用示例：User-Agent, Referer, Cookie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核心功能(二)：协作与共享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905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9050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请求转发 (Forwarding)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67000"/>
            <a:ext cx="4826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服务器内部跳转，地址栏不变。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b="false" i="false" strike="noStrike" u="none" sz="1600">
                <a:solidFill>
                  <a:srgbClr val="0F4C5C"/>
                </a:solidFill>
                <a:latin typeface="Consolas"/>
                <a:ea typeface="Consolas"/>
                <a:cs typeface="Consolas"/>
                <a:sym typeface="Consolas"/>
              </a:rPr>
              <a:t>request.getRequestDispatcher().forward()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共享 request 和 response。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06B6D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1905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21500" y="1905000"/>
            <a:ext cx="431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域对象数据共享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2667000"/>
            <a:ext cx="4826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83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存入：</a:t>
            </a:r>
            <a:r>
              <a:rPr lang="en-US" b="false" i="false" strike="noStrike" u="none" sz="1600">
                <a:solidFill>
                  <a:srgbClr val="0F4C5C"/>
                </a:solidFill>
                <a:latin typeface="Consolas"/>
                <a:ea typeface="Consolas"/>
                <a:cs typeface="Consolas"/>
                <a:sym typeface="Consolas"/>
              </a:rPr>
              <a:t>request.setAttribute("key", object)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83333"/>
              </a:lnSpc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取出：</a:t>
            </a:r>
            <a:r>
              <a:rPr lang="en-US" b="false" i="false" strike="noStrike" u="none" sz="1600">
                <a:solidFill>
                  <a:srgbClr val="B45309"/>
                </a:solidFill>
                <a:latin typeface="Consolas"/>
                <a:ea typeface="Consolas"/>
                <a:cs typeface="Consolas"/>
                <a:sym typeface="Consolas"/>
              </a:rPr>
              <a:t>request.getAttribute("key")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{"Label":"1","ContentProducer":"001191110102MACQD9K64010000","ProduceID":"7646005122299940043","ReservedCode1":"","ContentPropagator":"","PropagateID":"","ReservedCode2":""}</vt:lpwstr>
  </property>
</Properties>
</file>